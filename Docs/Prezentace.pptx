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D289-EF01-C9BE-0024-288F1AF56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2BB1B-6514-60B5-1099-6A931C63A1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604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Venda Gamer</dc:creator>
  <cp:lastModifiedBy>Venda Gamer</cp:lastModifiedBy>
  <cp:revision>1</cp:revision>
  <dcterms:created xsi:type="dcterms:W3CDTF">2025-06-13T15:16:35Z</dcterms:created>
  <dcterms:modified xsi:type="dcterms:W3CDTF">2025-06-13T15:17:12Z</dcterms:modified>
</cp:coreProperties>
</file>